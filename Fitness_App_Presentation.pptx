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Fitness App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project using BMI calculation and fitness tracking.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Fitness App developed in C++ using OOP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Calculate BMI</a:t>
            </a:r>
          </a:p>
          <a:p>
            <a:r>
              <a:t>• Display fitness status</a:t>
            </a:r>
          </a:p>
          <a:p>
            <a:r>
              <a:t>• Practice C++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C++ Programming</a:t>
            </a:r>
          </a:p>
          <a:p>
            <a:r>
              <a:t>• Classes &amp; Objects</a:t>
            </a:r>
          </a:p>
          <a:p>
            <a:r>
              <a:t>• Functions</a:t>
            </a:r>
          </a:p>
          <a:p>
            <a:r>
              <a:t>• Conditional Statements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BMI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BMI = Weight (kg) / Height² (m²)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Input</a:t>
            </a:r>
          </a:p>
          <a:p>
            <a:r>
              <a:t>• BMI Calculation</a:t>
            </a:r>
          </a:p>
          <a:p>
            <a:r>
              <a:t>• Fitness Report</a:t>
            </a:r>
          </a:p>
          <a:p>
            <a:r>
              <a:t>• Easy User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Harika</a:t>
            </a:r>
          </a:p>
          <a:p>
            <a:r>
              <a:t>BMI: 20.2</a:t>
            </a:r>
          </a:p>
          <a:p>
            <a:r>
              <a:t>Status: Normal Weight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Fitness App helps users check their fitness level using BMI.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